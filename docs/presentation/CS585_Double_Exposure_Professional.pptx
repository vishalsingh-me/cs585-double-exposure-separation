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0"/>
            <a:ext cx="54864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 ·  Image and Video Computing  ·  Boston University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Exposure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Singh  ·  Angelina Sun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[Name]     |     Date: 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97680" cy="822960"/>
          </a:xfrm>
          <a:prstGeom prst="rect">
            <a:avLst/>
          </a:prstGeom>
          <a:solidFill>
            <a:srgbClr val="EBF5FB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0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Double-exposure images combine two hidden source images into a single photograph.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4297680" cy="822960"/>
          </a:xfrm>
          <a:prstGeom prst="rect">
            <a:avLst/>
          </a:prstGeom>
          <a:solidFill>
            <a:srgbClr val="EBF5FB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6596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20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two original source images from one blended image.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97680" cy="822960"/>
          </a:xfrm>
          <a:prstGeom prst="rect">
            <a:avLst/>
          </a:prstGeom>
          <a:solidFill>
            <a:srgbClr val="EBF5FB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809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ill-posed inverse problem — infinitely many pairs could produce the same mixture.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4297680" cy="822960"/>
          </a:xfrm>
          <a:prstGeom prst="rect">
            <a:avLst/>
          </a:prstGeom>
          <a:solidFill>
            <a:srgbClr val="EBF5FB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8620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410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 restoration, forensics, and computational photography.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1280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131673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1783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9659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200253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26517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66360" y="268833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Double-Exposure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3154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33375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D1B3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66360" y="337413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840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40233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166360" y="4059936"/>
            <a:ext cx="3383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Source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Pred Source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Generation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161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344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clean Places365 scene images (train / val split).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Sampling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25786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two source images per pair.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8503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3520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Blending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8130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blending:  α · source₁  +  (1−α) · source₂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12161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96128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1344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add: mask blending, Gaussian blur, gamma correction, spatial translation, additive noise.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9456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24505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96128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Outputs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6128" y="25786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mixture image, source targets, and metadata CSV.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389120"/>
            <a:ext cx="416052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62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Supervised data is entirely synthetic — real double exposures lack ground-truth layers.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4389120"/>
            <a:ext cx="416052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462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Rich metadata (alpha, mode, blur, gamma) enables interpretable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Dataset Examples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 rot="16200000">
            <a:off x="137160" y="123444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2606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2313432"/>
            <a:ext cx="2606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313432"/>
            <a:ext cx="26060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 rot="16200000">
            <a:off x="137160" y="306324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2606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88036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4187952"/>
            <a:ext cx="2606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187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606040" cy="160020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4187952"/>
            <a:ext cx="26060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187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 with images from results/dataset_sample_check.png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Model: Dual-Head U-Net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mixture image (3 × 256 × 256)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09928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556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— 4 down-sampling stages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14016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97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— 4 up-sampling stages with skip connections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638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355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6-channel tensor → split into pred_1, pred_2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22192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679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40599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outputs in [0, 1]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572000"/>
            <a:ext cx="4114800" cy="4297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Permutation-Invariant L1 Loss: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64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min( L1(p1,s1)+L1(p2,s2),  L1(p1,s2)+L1(p2,s1) 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9875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1298448"/>
            <a:ext cx="356616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136245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3×256×256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1920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2139696"/>
            <a:ext cx="356616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83480" y="220370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down-sample stages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2980944"/>
            <a:ext cx="356616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83480" y="304495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up-sample stages + skip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31920"/>
            <a:ext cx="17373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 Source 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3931920"/>
            <a:ext cx="17373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665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 Source 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↙                  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output-order ambiguity — model is free to assign either source to either head.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Results &amp;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Validation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diagnostics passed — tensors RGB, float32, [0,1]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6459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+ evaluation pipeline functional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406908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2423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 · 16 samples · base_ch=32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069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0.467→0.174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0.130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231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L1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4069080" cy="1828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6817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memorises small dataset — confirms pipeline works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2148840"/>
            <a:ext cx="40690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Baseline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2423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· base_ch=16 · full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069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0.430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0.421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12.24 dB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46320" y="4096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0.286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096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663440"/>
            <a:ext cx="4069080" cy="1828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46817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training planned (32–64 channels, 30+ epochs)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epoch_100_samples.png and loss_curve.png from experiments/overfit_test/ as needed.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stronger baseline: base_channels = 32 → 64, 30+ epochs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training data to 1,000–5,000 synthetic pairs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359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reconstruction-consistency loss  (α · p₁ + (1−α) · p₂ ≈ mixture)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by alpha range and synthesis mode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harder regimes: blur, mask, gamma, transform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804672"/>
            <a:ext cx="4069080" cy="3611880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126187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synthetic framework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double-exposure separation and analyses which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factors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separation difficult.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CS585  ·  Image and Video Computing  ·  Boston University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724912"/>
            <a:ext cx="3749040" cy="1463040"/>
          </a:xfrm>
          <a:prstGeom prst="rect">
            <a:avLst/>
          </a:prstGeom>
          <a:solidFill>
            <a:srgbClr val="162B52"/>
          </a:solidFill>
          <a:ln w="6350">
            <a:solidFill>
              <a:srgbClr val="C8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1821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comparison grid from stronger training run 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2026-04-28T02:37:37Z</dcterms:created>
  <dcterms:modified xsi:type="dcterms:W3CDTF">2026-04-28T02:37:37Z</dcterms:modified>
</cp:coreProperties>
</file>